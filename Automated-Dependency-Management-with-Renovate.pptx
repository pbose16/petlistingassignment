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Instrument Sans Semi Bold"/>
      <p:regular r:id="rId8"/>
    </p:embeddedFont>
    <p:embeddedFont>
      <p:font typeface="Instrument Sans Semi Bold"/>
      <p:regular r:id="rId9"/>
    </p:embeddedFont>
    <p:embeddedFont>
      <p:font typeface="Instrument Sans Semi Bold"/>
      <p:regular r:id="rId10"/>
    </p:embeddedFont>
    <p:embeddedFont>
      <p:font typeface="Instrument Sans Semi Bold"/>
      <p:regular r:id="rId11"/>
    </p:embeddedFont>
    <p:embeddedFont>
      <p:font typeface="Instrument Sans Medium"/>
      <p:regular r:id="rId12"/>
    </p:embeddedFont>
    <p:embeddedFont>
      <p:font typeface="Instrument Sans Medium"/>
      <p:regular r:id="rId13"/>
    </p:embeddedFont>
    <p:embeddedFont>
      <p:font typeface="Instrument Sans Medium"/>
      <p:regular r:id="rId14"/>
    </p:embeddedFont>
    <p:embeddedFont>
      <p:font typeface="Instrument Sans Medium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57400" y="499348"/>
            <a:ext cx="9482018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Automated Dependency Management with Renovate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057400" y="1129189"/>
            <a:ext cx="10515600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Renovate now runs as a scheduled GitLab CI job, automatically raising MRs for dependency upgrades. Syncpack validates peer dependencies post-upgrade, preventing broken builds and mismatched ranges.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651992"/>
            <a:ext cx="10515600" cy="47320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41375" y="1791021"/>
            <a:ext cx="1840230" cy="284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Scheduled CI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3641375" y="2156286"/>
            <a:ext cx="1840230" cy="57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Renovate runs automatically on schedule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2743" y="3137700"/>
            <a:ext cx="407606" cy="4076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61383" y="5244927"/>
            <a:ext cx="1850341" cy="284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MR Creation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5461383" y="5610193"/>
            <a:ext cx="1850341" cy="760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merge requests for dependency upgrades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2751" y="4624040"/>
            <a:ext cx="407606" cy="40760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61168" y="1755632"/>
            <a:ext cx="1840230" cy="284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Peer Validation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261168" y="2120897"/>
            <a:ext cx="1840230" cy="57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Syncpack checks peer dependencies after upgrades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12869" y="3097255"/>
            <a:ext cx="407607" cy="40760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081176" y="5340035"/>
            <a:ext cx="1840230" cy="284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Stable Builds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9081176" y="5705301"/>
            <a:ext cx="1840230" cy="57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Prevents broken builds and mismatched ranges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02544" y="4624040"/>
            <a:ext cx="407606" cy="407606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2057400" y="6499146"/>
            <a:ext cx="3436858" cy="1231106"/>
          </a:xfrm>
          <a:prstGeom prst="roundRect">
            <a:avLst>
              <a:gd name="adj" fmla="val 519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2217420" y="6659166"/>
            <a:ext cx="216419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Eliminates Manual Work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2217420" y="6958727"/>
            <a:ext cx="3116818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Removes error-prone package bumps — upgrades happen automatically on schedule.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5596652" y="6499146"/>
            <a:ext cx="3436977" cy="1231106"/>
          </a:xfrm>
          <a:prstGeom prst="roundRect">
            <a:avLst>
              <a:gd name="adj" fmla="val 519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756672" y="6659166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Security &amp; Stability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5756672" y="6958727"/>
            <a:ext cx="3116937" cy="407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Consistent dependency hygiene keeps vulnerabilities addressed and builds reliable.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9136023" y="6499146"/>
            <a:ext cx="3436858" cy="1231106"/>
          </a:xfrm>
          <a:prstGeom prst="roundRect">
            <a:avLst>
              <a:gd name="adj" fmla="val 519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9296043" y="6659166"/>
            <a:ext cx="1905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Visibility &amp; Control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9296043" y="6958727"/>
            <a:ext cx="3116818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Dependency Dashboard provides full oversight; MRs require explicit approval before merge.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2026-04-23T17:08:59Z</dcterms:created>
  <dcterms:modified xsi:type="dcterms:W3CDTF">2026-04-23T17:08:59Z</dcterms:modified>
</cp:coreProperties>
</file>